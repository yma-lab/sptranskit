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5"/>
  </p:normalViewPr>
  <p:slideViewPr>
    <p:cSldViewPr snapToGrid="0">
      <p:cViewPr>
        <p:scale>
          <a:sx n="80" d="100"/>
          <a:sy n="80" d="100"/>
        </p:scale>
        <p:origin x="160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5C0EF-AF98-EA50-6849-2D82907F2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2CDCD-45DB-8769-8CDD-75EC9B016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1E295-6029-66A4-C280-04D3C445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4F03F-CFD6-A469-1027-8A848355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716CC-2862-6258-B0F8-C1089EA2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4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9BA8-7F7C-EE70-E0A7-A00A449AE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8E65F-D405-0F9C-EF7C-CC3A2431E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26EDC-906C-FE2B-90C7-5E421BB48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B9432-5FAA-06A9-4472-361CF009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D971E-C51F-42EF-0311-C6B47623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96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4E329-F346-406C-0DC5-06ED1238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BE170-EDA1-91DB-3E60-09C6F314E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CA1D9-3C2A-A89A-BA23-036F5161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20BD2-68DB-674E-4A5A-CBC062E9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4569B-1100-6B11-B184-B271F9F68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8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DE459-2BAA-DFFA-3F1B-D008BFFCE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4212A-2C3B-C56D-1F09-EFCBFFA58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6E2A2-42F2-DE0B-501D-E7CC67D49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E54E6-D404-D2E3-5D35-DF961FD1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61B0B-C07E-BB4B-2BF1-0E1B7454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7E218-16DF-73DD-506A-3B8FB6439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87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B715-0543-9B03-1185-65FEF58D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3CE1F-157D-94E0-087E-1A351DC0C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8A4A6-FFB4-278D-6378-36BEE3CB4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B259B1-75B7-3010-70AF-20BC99BD3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ECC41E-20B4-FEE7-213D-51D8E29DC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C9ED24-742F-A911-CAD7-9BEC6169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A8209-82B0-0B9D-5A71-911524AE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0F147-085E-3EA3-6FAA-D29FC6DD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6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8BD8-6737-6D9F-4A6F-CCF4E3E2A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90F2D2-738E-1044-B84E-7F73950B3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BC5EE-5F1D-EDD0-843D-1FBEF90F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37F5F-F5F8-8814-80C1-82150A27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8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E8497-DABB-23C2-CBA8-E712C911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92F6B-D2EB-0C04-6394-1AE73A93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E425E-2431-49B1-3801-16B99F1D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2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7EA6-86FE-0186-3E05-CFD1C8E2A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0E6BC-87BB-CD92-43C7-D77D28DC5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72CB4-603D-2FF1-268B-5723CA4F8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D188A-F1AA-5AB6-69FF-8C3F736FE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6F3DC-D729-1F37-176E-63A89A201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7241C-A843-9FD6-2C63-C6B126F7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80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FDDC-F11B-7441-2AB1-972265808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A771EF-1AB4-3580-ED8A-7FCB9B52A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2D037-C028-1C52-0BEF-F9DD53428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B9420-5FB0-4E85-B785-5F489E01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A6BD3-9B1D-CC7F-59C6-A14AB0DD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22681-F4F8-FEEE-EB38-A826B78E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8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A6B2-AD18-510C-9A3E-005A29B8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B6665-71D1-F1C1-AC86-70BF8E02E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011C5-44BE-1743-6E17-6E28C122A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03812-7F3E-0ECE-3AC5-769432F0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7E681-9006-1883-9CB8-F9E8801F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52069-8F0D-1948-CF36-DF3D49CA1B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7C877-DE11-2982-739B-FECA86305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B6889-194B-F928-5F32-2C73263B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3D60E-473B-326D-AA88-87D230E2B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C560C-EA89-3CFE-166D-C9CD696E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2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E6E5E-4203-9098-BBAF-2BCD163C6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0EF1A-177B-1597-5540-CC10A2AD4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6D5B9-FB42-BDCA-B7A1-38009C6AB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5E996-98CB-AA44-940F-3C6CFA4FD90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81ACE-9512-9BEA-BFC4-E7F06F0EC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AFC25-387E-542A-2411-2C6A81F12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190A7-2389-D348-9AF0-B42C851D0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4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8D375A08-C00A-370F-E43C-60EF6CAA0CF8}"/>
              </a:ext>
            </a:extLst>
          </p:cNvPr>
          <p:cNvSpPr/>
          <p:nvPr/>
        </p:nvSpPr>
        <p:spPr>
          <a:xfrm>
            <a:off x="3628919" y="454626"/>
            <a:ext cx="4956396" cy="5470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oogle Shape;3371;p13">
            <a:extLst>
              <a:ext uri="{FF2B5EF4-FFF2-40B4-BE49-F238E27FC236}">
                <a16:creationId xmlns:a16="http://schemas.microsoft.com/office/drawing/2014/main" id="{2CEAD3C3-88DB-C91D-B4CB-3DA0493F8974}"/>
              </a:ext>
            </a:extLst>
          </p:cNvPr>
          <p:cNvGrpSpPr/>
          <p:nvPr/>
        </p:nvGrpSpPr>
        <p:grpSpPr>
          <a:xfrm>
            <a:off x="4137766" y="1114885"/>
            <a:ext cx="3916467" cy="4628229"/>
            <a:chOff x="13704121" y="28840086"/>
            <a:chExt cx="3641933" cy="4303804"/>
          </a:xfrm>
        </p:grpSpPr>
        <p:sp>
          <p:nvSpPr>
            <p:cNvPr id="7" name="Google Shape;3372;p13">
              <a:extLst>
                <a:ext uri="{FF2B5EF4-FFF2-40B4-BE49-F238E27FC236}">
                  <a16:creationId xmlns:a16="http://schemas.microsoft.com/office/drawing/2014/main" id="{BA86A14C-1C1A-BE96-9780-F81F58F26586}"/>
                </a:ext>
              </a:extLst>
            </p:cNvPr>
            <p:cNvSpPr/>
            <p:nvPr/>
          </p:nvSpPr>
          <p:spPr>
            <a:xfrm>
              <a:off x="13915139" y="28840086"/>
              <a:ext cx="3219900" cy="3219900"/>
            </a:xfrm>
            <a:prstGeom prst="ellipse">
              <a:avLst/>
            </a:prstGeom>
            <a:noFill/>
            <a:ln w="88900" cap="flat" cmpd="sng">
              <a:solidFill>
                <a:srgbClr val="1A2A3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8" name="Google Shape;3373;p13">
              <a:extLst>
                <a:ext uri="{FF2B5EF4-FFF2-40B4-BE49-F238E27FC236}">
                  <a16:creationId xmlns:a16="http://schemas.microsoft.com/office/drawing/2014/main" id="{558D5803-6BA7-298A-EF64-E1BDDEA9456C}"/>
                </a:ext>
              </a:extLst>
            </p:cNvPr>
            <p:cNvSpPr txBox="1"/>
            <p:nvPr/>
          </p:nvSpPr>
          <p:spPr>
            <a:xfrm>
              <a:off x="13704121" y="32153903"/>
              <a:ext cx="3641933" cy="9899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noAutofit/>
            </a:bodyPr>
            <a:lstStyle/>
            <a:p>
              <a:pPr algn="ctr"/>
              <a:r>
                <a:rPr lang="en" sz="3900" b="1" dirty="0">
                  <a:solidFill>
                    <a:srgbClr val="1A2A3C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spTransKit</a:t>
              </a:r>
              <a:endParaRPr sz="3900" b="1" dirty="0">
                <a:solidFill>
                  <a:srgbClr val="1A2A3C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endParaRPr>
            </a:p>
          </p:txBody>
        </p:sp>
        <p:grpSp>
          <p:nvGrpSpPr>
            <p:cNvPr id="9" name="Google Shape;3374;p13">
              <a:extLst>
                <a:ext uri="{FF2B5EF4-FFF2-40B4-BE49-F238E27FC236}">
                  <a16:creationId xmlns:a16="http://schemas.microsoft.com/office/drawing/2014/main" id="{299AB909-1571-5C4F-3F62-1544FCDD18F4}"/>
                </a:ext>
              </a:extLst>
            </p:cNvPr>
            <p:cNvGrpSpPr/>
            <p:nvPr/>
          </p:nvGrpSpPr>
          <p:grpSpPr>
            <a:xfrm>
              <a:off x="14914775" y="29824738"/>
              <a:ext cx="1189300" cy="1240850"/>
              <a:chOff x="14983900" y="29702075"/>
              <a:chExt cx="1189300" cy="1240850"/>
            </a:xfrm>
          </p:grpSpPr>
          <p:sp>
            <p:nvSpPr>
              <p:cNvPr id="47" name="Google Shape;3375;p13">
                <a:extLst>
                  <a:ext uri="{FF2B5EF4-FFF2-40B4-BE49-F238E27FC236}">
                    <a16:creationId xmlns:a16="http://schemas.microsoft.com/office/drawing/2014/main" id="{B613C3C9-A7C8-E408-2461-F17F9581C4FA}"/>
                  </a:ext>
                </a:extLst>
              </p:cNvPr>
              <p:cNvSpPr/>
              <p:nvPr/>
            </p:nvSpPr>
            <p:spPr>
              <a:xfrm>
                <a:off x="15124100" y="29748700"/>
                <a:ext cx="190500" cy="190500"/>
              </a:xfrm>
              <a:prstGeom prst="ellipse">
                <a:avLst/>
              </a:prstGeom>
              <a:noFill/>
              <a:ln w="76200" cap="flat" cmpd="sng">
                <a:solidFill>
                  <a:srgbClr val="1A2A3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/>
                <a:endParaRPr sz="1050" dirty="0"/>
              </a:p>
            </p:txBody>
          </p:sp>
          <p:sp>
            <p:nvSpPr>
              <p:cNvPr id="48" name="Google Shape;3376;p13">
                <a:extLst>
                  <a:ext uri="{FF2B5EF4-FFF2-40B4-BE49-F238E27FC236}">
                    <a16:creationId xmlns:a16="http://schemas.microsoft.com/office/drawing/2014/main" id="{D06B67CB-611F-9E3E-3589-2C08378FC232}"/>
                  </a:ext>
                </a:extLst>
              </p:cNvPr>
              <p:cNvSpPr/>
              <p:nvPr/>
            </p:nvSpPr>
            <p:spPr>
              <a:xfrm>
                <a:off x="14983900" y="30501275"/>
                <a:ext cx="190500" cy="190500"/>
              </a:xfrm>
              <a:prstGeom prst="ellipse">
                <a:avLst/>
              </a:prstGeom>
              <a:noFill/>
              <a:ln w="76200" cap="flat" cmpd="sng">
                <a:solidFill>
                  <a:srgbClr val="1A2A3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/>
                <a:endParaRPr sz="1050" dirty="0"/>
              </a:p>
            </p:txBody>
          </p:sp>
          <p:sp>
            <p:nvSpPr>
              <p:cNvPr id="49" name="Google Shape;3377;p13">
                <a:extLst>
                  <a:ext uri="{FF2B5EF4-FFF2-40B4-BE49-F238E27FC236}">
                    <a16:creationId xmlns:a16="http://schemas.microsoft.com/office/drawing/2014/main" id="{75E56E38-D0C3-566E-FB31-8E40D147EBED}"/>
                  </a:ext>
                </a:extLst>
              </p:cNvPr>
              <p:cNvSpPr/>
              <p:nvPr/>
            </p:nvSpPr>
            <p:spPr>
              <a:xfrm>
                <a:off x="15982700" y="30310775"/>
                <a:ext cx="190500" cy="190500"/>
              </a:xfrm>
              <a:prstGeom prst="ellipse">
                <a:avLst/>
              </a:prstGeom>
              <a:noFill/>
              <a:ln w="76200" cap="flat" cmpd="sng">
                <a:solidFill>
                  <a:srgbClr val="1A2A3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/>
                <a:endParaRPr sz="1050" dirty="0"/>
              </a:p>
            </p:txBody>
          </p:sp>
          <p:sp>
            <p:nvSpPr>
              <p:cNvPr id="50" name="Google Shape;3378;p13">
                <a:extLst>
                  <a:ext uri="{FF2B5EF4-FFF2-40B4-BE49-F238E27FC236}">
                    <a16:creationId xmlns:a16="http://schemas.microsoft.com/office/drawing/2014/main" id="{7CC1C400-2770-6101-F72A-C806F4FE814D}"/>
                  </a:ext>
                </a:extLst>
              </p:cNvPr>
              <p:cNvSpPr/>
              <p:nvPr/>
            </p:nvSpPr>
            <p:spPr>
              <a:xfrm>
                <a:off x="15879463" y="29702075"/>
                <a:ext cx="190500" cy="190500"/>
              </a:xfrm>
              <a:prstGeom prst="roundRect">
                <a:avLst>
                  <a:gd name="adj" fmla="val 16667"/>
                </a:avLst>
              </a:prstGeom>
              <a:solidFill>
                <a:srgbClr val="1A2A3C"/>
              </a:solidFill>
              <a:ln w="76200" cap="flat" cmpd="sng">
                <a:solidFill>
                  <a:srgbClr val="1A2A3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/>
                <a:endParaRPr sz="1050" dirty="0"/>
              </a:p>
            </p:txBody>
          </p:sp>
          <p:sp>
            <p:nvSpPr>
              <p:cNvPr id="51" name="Google Shape;3379;p13">
                <a:extLst>
                  <a:ext uri="{FF2B5EF4-FFF2-40B4-BE49-F238E27FC236}">
                    <a16:creationId xmlns:a16="http://schemas.microsoft.com/office/drawing/2014/main" id="{CADF77BC-93BB-D12A-6C8E-7C851DD0AB87}"/>
                  </a:ext>
                </a:extLst>
              </p:cNvPr>
              <p:cNvSpPr/>
              <p:nvPr/>
            </p:nvSpPr>
            <p:spPr>
              <a:xfrm>
                <a:off x="15414188" y="30752425"/>
                <a:ext cx="190500" cy="190500"/>
              </a:xfrm>
              <a:prstGeom prst="roundRect">
                <a:avLst>
                  <a:gd name="adj" fmla="val 16667"/>
                </a:avLst>
              </a:prstGeom>
              <a:solidFill>
                <a:srgbClr val="1A2A3C"/>
              </a:solidFill>
              <a:ln w="76200" cap="flat" cmpd="sng">
                <a:solidFill>
                  <a:srgbClr val="1A2A3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/>
                <a:endParaRPr sz="1050" dirty="0"/>
              </a:p>
            </p:txBody>
          </p:sp>
          <p:cxnSp>
            <p:nvCxnSpPr>
              <p:cNvPr id="52" name="Google Shape;3380;p13">
                <a:extLst>
                  <a:ext uri="{FF2B5EF4-FFF2-40B4-BE49-F238E27FC236}">
                    <a16:creationId xmlns:a16="http://schemas.microsoft.com/office/drawing/2014/main" id="{AF2C206A-07EE-F170-A587-795398234708}"/>
                  </a:ext>
                </a:extLst>
              </p:cNvPr>
              <p:cNvCxnSpPr>
                <a:stCxn id="47" idx="4"/>
                <a:endCxn id="49" idx="2"/>
              </p:cNvCxnSpPr>
              <p:nvPr/>
            </p:nvCxnSpPr>
            <p:spPr>
              <a:xfrm rot="-5400000" flipH="1">
                <a:off x="15367700" y="29790850"/>
                <a:ext cx="466800" cy="763500"/>
              </a:xfrm>
              <a:prstGeom prst="bentConnector2">
                <a:avLst/>
              </a:prstGeom>
              <a:noFill/>
              <a:ln w="76200" cap="flat" cmpd="sng">
                <a:solidFill>
                  <a:srgbClr val="1A2A3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" name="Google Shape;3381;p13">
                <a:extLst>
                  <a:ext uri="{FF2B5EF4-FFF2-40B4-BE49-F238E27FC236}">
                    <a16:creationId xmlns:a16="http://schemas.microsoft.com/office/drawing/2014/main" id="{015D1DBE-7219-9FC1-B16C-FDB4DBF723B3}"/>
                  </a:ext>
                </a:extLst>
              </p:cNvPr>
              <p:cNvCxnSpPr>
                <a:stCxn id="48" idx="6"/>
                <a:endCxn id="50" idx="1"/>
              </p:cNvCxnSpPr>
              <p:nvPr/>
            </p:nvCxnSpPr>
            <p:spPr>
              <a:xfrm rot="10800000" flipH="1">
                <a:off x="15174400" y="29797325"/>
                <a:ext cx="705000" cy="799200"/>
              </a:xfrm>
              <a:prstGeom prst="bentConnector3">
                <a:avLst>
                  <a:gd name="adj1" fmla="val 50004"/>
                </a:avLst>
              </a:prstGeom>
              <a:noFill/>
              <a:ln w="76200" cap="flat" cmpd="sng">
                <a:solidFill>
                  <a:srgbClr val="1A2A3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" name="Google Shape;3382;p13">
                <a:extLst>
                  <a:ext uri="{FF2B5EF4-FFF2-40B4-BE49-F238E27FC236}">
                    <a16:creationId xmlns:a16="http://schemas.microsoft.com/office/drawing/2014/main" id="{B23A8F35-B151-EEBB-A41E-0FA3F7F07863}"/>
                  </a:ext>
                </a:extLst>
              </p:cNvPr>
              <p:cNvCxnSpPr>
                <a:stCxn id="47" idx="4"/>
                <a:endCxn id="51" idx="3"/>
              </p:cNvCxnSpPr>
              <p:nvPr/>
            </p:nvCxnSpPr>
            <p:spPr>
              <a:xfrm rot="-5400000" flipH="1">
                <a:off x="14957750" y="30200800"/>
                <a:ext cx="908400" cy="385200"/>
              </a:xfrm>
              <a:prstGeom prst="bentConnector4">
                <a:avLst>
                  <a:gd name="adj1" fmla="val 27645"/>
                  <a:gd name="adj2" fmla="val 161854"/>
                </a:avLst>
              </a:prstGeom>
              <a:noFill/>
              <a:ln w="63500" cap="flat" cmpd="sng">
                <a:solidFill>
                  <a:srgbClr val="1A2A3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" name="Google Shape;3383;p13">
              <a:extLst>
                <a:ext uri="{FF2B5EF4-FFF2-40B4-BE49-F238E27FC236}">
                  <a16:creationId xmlns:a16="http://schemas.microsoft.com/office/drawing/2014/main" id="{C2C04527-15C9-980E-3C13-9746C13BF7E1}"/>
                </a:ext>
              </a:extLst>
            </p:cNvPr>
            <p:cNvSpPr/>
            <p:nvPr/>
          </p:nvSpPr>
          <p:spPr>
            <a:xfrm>
              <a:off x="14338675" y="30589728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F47C42"/>
            </a:solidFill>
            <a:ln w="38100" cap="flat" cmpd="sng">
              <a:solidFill>
                <a:srgbClr val="F47C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11" name="Google Shape;3384;p13">
              <a:extLst>
                <a:ext uri="{FF2B5EF4-FFF2-40B4-BE49-F238E27FC236}">
                  <a16:creationId xmlns:a16="http://schemas.microsoft.com/office/drawing/2014/main" id="{14EC0DBC-9D8D-BC6F-EB75-B142CD5A2AE9}"/>
                </a:ext>
              </a:extLst>
            </p:cNvPr>
            <p:cNvSpPr/>
            <p:nvPr/>
          </p:nvSpPr>
          <p:spPr>
            <a:xfrm>
              <a:off x="14338675" y="30769560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F47C42"/>
            </a:solidFill>
            <a:ln w="38100" cap="flat" cmpd="sng">
              <a:solidFill>
                <a:srgbClr val="F47C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12" name="Google Shape;3385;p13">
              <a:extLst>
                <a:ext uri="{FF2B5EF4-FFF2-40B4-BE49-F238E27FC236}">
                  <a16:creationId xmlns:a16="http://schemas.microsoft.com/office/drawing/2014/main" id="{B78BF9AB-E1C0-A332-B6D6-C2FA34EEF58A}"/>
                </a:ext>
              </a:extLst>
            </p:cNvPr>
            <p:cNvSpPr/>
            <p:nvPr/>
          </p:nvSpPr>
          <p:spPr>
            <a:xfrm>
              <a:off x="14517636" y="31138368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F47C42"/>
            </a:solidFill>
            <a:ln w="38100" cap="flat" cmpd="sng">
              <a:solidFill>
                <a:srgbClr val="F47C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13" name="Google Shape;3386;p13">
              <a:extLst>
                <a:ext uri="{FF2B5EF4-FFF2-40B4-BE49-F238E27FC236}">
                  <a16:creationId xmlns:a16="http://schemas.microsoft.com/office/drawing/2014/main" id="{6F2EA1F9-5CF7-C172-3E76-7CB43D2E996E}"/>
                </a:ext>
              </a:extLst>
            </p:cNvPr>
            <p:cNvSpPr/>
            <p:nvPr/>
          </p:nvSpPr>
          <p:spPr>
            <a:xfrm>
              <a:off x="14517624" y="30955488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F6A65D"/>
            </a:solidFill>
            <a:ln w="38100" cap="flat" cmpd="sng">
              <a:solidFill>
                <a:srgbClr val="F6A6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14" name="Google Shape;3387;p13">
              <a:extLst>
                <a:ext uri="{FF2B5EF4-FFF2-40B4-BE49-F238E27FC236}">
                  <a16:creationId xmlns:a16="http://schemas.microsoft.com/office/drawing/2014/main" id="{2C1D4BE3-7D68-C92B-38A9-6B24BA113A19}"/>
                </a:ext>
              </a:extLst>
            </p:cNvPr>
            <p:cNvSpPr/>
            <p:nvPr/>
          </p:nvSpPr>
          <p:spPr>
            <a:xfrm>
              <a:off x="14700516" y="31320013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00000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15" name="Google Shape;3388;p13">
              <a:extLst>
                <a:ext uri="{FF2B5EF4-FFF2-40B4-BE49-F238E27FC236}">
                  <a16:creationId xmlns:a16="http://schemas.microsoft.com/office/drawing/2014/main" id="{9044A876-C28F-DE6B-EA8E-76593E7EB9FB}"/>
                </a:ext>
              </a:extLst>
            </p:cNvPr>
            <p:cNvSpPr/>
            <p:nvPr/>
          </p:nvSpPr>
          <p:spPr>
            <a:xfrm>
              <a:off x="14700500" y="31135335"/>
              <a:ext cx="95400" cy="282000"/>
            </a:xfrm>
            <a:prstGeom prst="roundRect">
              <a:avLst>
                <a:gd name="adj" fmla="val 16667"/>
              </a:avLst>
            </a:prstGeom>
            <a:solidFill>
              <a:srgbClr val="F6A65D"/>
            </a:solidFill>
            <a:ln w="38100" cap="flat" cmpd="sng">
              <a:solidFill>
                <a:srgbClr val="F6A6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16" name="Google Shape;3389;p13">
              <a:extLst>
                <a:ext uri="{FF2B5EF4-FFF2-40B4-BE49-F238E27FC236}">
                  <a16:creationId xmlns:a16="http://schemas.microsoft.com/office/drawing/2014/main" id="{DC405C0A-BA15-C152-9F08-A4C053130942}"/>
                </a:ext>
              </a:extLst>
            </p:cNvPr>
            <p:cNvSpPr/>
            <p:nvPr/>
          </p:nvSpPr>
          <p:spPr>
            <a:xfrm>
              <a:off x="14886432" y="31318200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F6A65D"/>
            </a:solidFill>
            <a:ln w="38100" cap="flat" cmpd="sng">
              <a:solidFill>
                <a:srgbClr val="F6A6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17" name="Google Shape;3390;p13">
              <a:extLst>
                <a:ext uri="{FF2B5EF4-FFF2-40B4-BE49-F238E27FC236}">
                  <a16:creationId xmlns:a16="http://schemas.microsoft.com/office/drawing/2014/main" id="{49B314AC-F27A-B2BF-0150-49074761C2AA}"/>
                </a:ext>
              </a:extLst>
            </p:cNvPr>
            <p:cNvSpPr/>
            <p:nvPr/>
          </p:nvSpPr>
          <p:spPr>
            <a:xfrm>
              <a:off x="15069312" y="31321820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F6A65D"/>
            </a:solidFill>
            <a:ln w="38100" cap="flat" cmpd="sng">
              <a:solidFill>
                <a:srgbClr val="F6A6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18" name="Google Shape;3391;p13">
              <a:extLst>
                <a:ext uri="{FF2B5EF4-FFF2-40B4-BE49-F238E27FC236}">
                  <a16:creationId xmlns:a16="http://schemas.microsoft.com/office/drawing/2014/main" id="{C825F3D0-F4F6-C063-7005-379F46A09E7F}"/>
                </a:ext>
              </a:extLst>
            </p:cNvPr>
            <p:cNvSpPr/>
            <p:nvPr/>
          </p:nvSpPr>
          <p:spPr>
            <a:xfrm>
              <a:off x="15069319" y="31501080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F47C42"/>
            </a:solidFill>
            <a:ln w="38100" cap="flat" cmpd="sng">
              <a:solidFill>
                <a:srgbClr val="F47C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19" name="Google Shape;3392;p13">
              <a:extLst>
                <a:ext uri="{FF2B5EF4-FFF2-40B4-BE49-F238E27FC236}">
                  <a16:creationId xmlns:a16="http://schemas.microsoft.com/office/drawing/2014/main" id="{35D6BA15-FC4C-97E3-C26E-F94C0758E4E6}"/>
                </a:ext>
              </a:extLst>
            </p:cNvPr>
            <p:cNvSpPr/>
            <p:nvPr/>
          </p:nvSpPr>
          <p:spPr>
            <a:xfrm>
              <a:off x="15252192" y="31504700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F6A65D"/>
            </a:solidFill>
            <a:ln w="38100" cap="flat" cmpd="sng">
              <a:solidFill>
                <a:srgbClr val="F6A6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20" name="Google Shape;3393;p13">
              <a:extLst>
                <a:ext uri="{FF2B5EF4-FFF2-40B4-BE49-F238E27FC236}">
                  <a16:creationId xmlns:a16="http://schemas.microsoft.com/office/drawing/2014/main" id="{9EE84F7C-7D47-C467-E20F-A72B5C98FC6C}"/>
                </a:ext>
              </a:extLst>
            </p:cNvPr>
            <p:cNvSpPr/>
            <p:nvPr/>
          </p:nvSpPr>
          <p:spPr>
            <a:xfrm>
              <a:off x="15069319" y="31683960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E1533E"/>
            </a:solidFill>
            <a:ln w="38100" cap="flat" cmpd="sng">
              <a:solidFill>
                <a:srgbClr val="E153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21" name="Google Shape;3394;p13">
              <a:extLst>
                <a:ext uri="{FF2B5EF4-FFF2-40B4-BE49-F238E27FC236}">
                  <a16:creationId xmlns:a16="http://schemas.microsoft.com/office/drawing/2014/main" id="{3C723576-D6D9-1518-D4E3-66E6E315FE7D}"/>
                </a:ext>
              </a:extLst>
            </p:cNvPr>
            <p:cNvSpPr/>
            <p:nvPr/>
          </p:nvSpPr>
          <p:spPr>
            <a:xfrm>
              <a:off x="14338674" y="30956298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E1533E"/>
            </a:solidFill>
            <a:ln w="38100" cap="flat" cmpd="sng">
              <a:solidFill>
                <a:srgbClr val="E153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22" name="Google Shape;3395;p13">
              <a:extLst>
                <a:ext uri="{FF2B5EF4-FFF2-40B4-BE49-F238E27FC236}">
                  <a16:creationId xmlns:a16="http://schemas.microsoft.com/office/drawing/2014/main" id="{75F62304-8215-BAD3-CBC4-DEA803284C0E}"/>
                </a:ext>
              </a:extLst>
            </p:cNvPr>
            <p:cNvSpPr/>
            <p:nvPr/>
          </p:nvSpPr>
          <p:spPr>
            <a:xfrm>
              <a:off x="14886432" y="31504705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E1533E"/>
            </a:solidFill>
            <a:ln w="38100" cap="flat" cmpd="sng">
              <a:solidFill>
                <a:srgbClr val="E153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23" name="Google Shape;3396;p13">
              <a:extLst>
                <a:ext uri="{FF2B5EF4-FFF2-40B4-BE49-F238E27FC236}">
                  <a16:creationId xmlns:a16="http://schemas.microsoft.com/office/drawing/2014/main" id="{83CCDCD8-EF70-B2BA-BEF4-ADD414DC5B63}"/>
                </a:ext>
              </a:extLst>
            </p:cNvPr>
            <p:cNvSpPr/>
            <p:nvPr/>
          </p:nvSpPr>
          <p:spPr>
            <a:xfrm>
              <a:off x="14154912" y="30586928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E1533E"/>
            </a:solidFill>
            <a:ln w="38100" cap="flat" cmpd="sng">
              <a:solidFill>
                <a:srgbClr val="E153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24" name="Google Shape;3397;p13">
              <a:extLst>
                <a:ext uri="{FF2B5EF4-FFF2-40B4-BE49-F238E27FC236}">
                  <a16:creationId xmlns:a16="http://schemas.microsoft.com/office/drawing/2014/main" id="{D2AE4929-7B33-B07E-53C1-50BFABEE5029}"/>
                </a:ext>
              </a:extLst>
            </p:cNvPr>
            <p:cNvSpPr/>
            <p:nvPr/>
          </p:nvSpPr>
          <p:spPr>
            <a:xfrm>
              <a:off x="15435067" y="31504700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F6A65D"/>
            </a:solidFill>
            <a:ln w="38100" cap="flat" cmpd="sng">
              <a:solidFill>
                <a:srgbClr val="F6A6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25" name="Google Shape;3398;p13">
              <a:extLst>
                <a:ext uri="{FF2B5EF4-FFF2-40B4-BE49-F238E27FC236}">
                  <a16:creationId xmlns:a16="http://schemas.microsoft.com/office/drawing/2014/main" id="{2752EE39-507A-7493-65FB-B716CEDCEFF9}"/>
                </a:ext>
              </a:extLst>
            </p:cNvPr>
            <p:cNvSpPr/>
            <p:nvPr/>
          </p:nvSpPr>
          <p:spPr>
            <a:xfrm>
              <a:off x="15613467" y="31504700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F47C42"/>
            </a:solidFill>
            <a:ln w="38100" cap="flat" cmpd="sng">
              <a:solidFill>
                <a:srgbClr val="F47C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26" name="Google Shape;3399;p13">
              <a:extLst>
                <a:ext uri="{FF2B5EF4-FFF2-40B4-BE49-F238E27FC236}">
                  <a16:creationId xmlns:a16="http://schemas.microsoft.com/office/drawing/2014/main" id="{DB03DA34-54FC-D32C-F665-846334C58D48}"/>
                </a:ext>
              </a:extLst>
            </p:cNvPr>
            <p:cNvSpPr/>
            <p:nvPr/>
          </p:nvSpPr>
          <p:spPr>
            <a:xfrm>
              <a:off x="15252194" y="31683960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E1533E"/>
            </a:solidFill>
            <a:ln w="38100" cap="flat" cmpd="sng">
              <a:solidFill>
                <a:srgbClr val="E153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27" name="Google Shape;3400;p13">
              <a:extLst>
                <a:ext uri="{FF2B5EF4-FFF2-40B4-BE49-F238E27FC236}">
                  <a16:creationId xmlns:a16="http://schemas.microsoft.com/office/drawing/2014/main" id="{2F2DE61E-7CED-8E4B-D158-39F988FF2C15}"/>
                </a:ext>
              </a:extLst>
            </p:cNvPr>
            <p:cNvSpPr/>
            <p:nvPr/>
          </p:nvSpPr>
          <p:spPr>
            <a:xfrm rot="10800000">
              <a:off x="16596541" y="30207035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6BAF6B"/>
            </a:solidFill>
            <a:ln w="38100" cap="flat" cmpd="sng">
              <a:solidFill>
                <a:srgbClr val="6BAF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28" name="Google Shape;3401;p13">
              <a:extLst>
                <a:ext uri="{FF2B5EF4-FFF2-40B4-BE49-F238E27FC236}">
                  <a16:creationId xmlns:a16="http://schemas.microsoft.com/office/drawing/2014/main" id="{BC339723-E91F-D09D-5D65-A7945AC985CB}"/>
                </a:ext>
              </a:extLst>
            </p:cNvPr>
            <p:cNvSpPr/>
            <p:nvPr/>
          </p:nvSpPr>
          <p:spPr>
            <a:xfrm rot="10800000">
              <a:off x="16596541" y="30027203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4BA1D3"/>
            </a:solidFill>
            <a:ln w="38100" cap="flat" cmpd="sng">
              <a:solidFill>
                <a:srgbClr val="4BA1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29" name="Google Shape;3402;p13">
              <a:extLst>
                <a:ext uri="{FF2B5EF4-FFF2-40B4-BE49-F238E27FC236}">
                  <a16:creationId xmlns:a16="http://schemas.microsoft.com/office/drawing/2014/main" id="{3216ECA3-7CB9-5629-867A-7086EF1309BD}"/>
                </a:ext>
              </a:extLst>
            </p:cNvPr>
            <p:cNvSpPr/>
            <p:nvPr/>
          </p:nvSpPr>
          <p:spPr>
            <a:xfrm rot="10800000">
              <a:off x="16417580" y="29658395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6BAF6B"/>
            </a:solidFill>
            <a:ln w="38100" cap="flat" cmpd="sng">
              <a:solidFill>
                <a:srgbClr val="6BAF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30" name="Google Shape;3403;p13">
              <a:extLst>
                <a:ext uri="{FF2B5EF4-FFF2-40B4-BE49-F238E27FC236}">
                  <a16:creationId xmlns:a16="http://schemas.microsoft.com/office/drawing/2014/main" id="{F73926CF-AEF5-8CB8-DE9A-C6F17E43738C}"/>
                </a:ext>
              </a:extLst>
            </p:cNvPr>
            <p:cNvSpPr/>
            <p:nvPr/>
          </p:nvSpPr>
          <p:spPr>
            <a:xfrm rot="10800000">
              <a:off x="16417592" y="29841275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A4C7A1"/>
            </a:solidFill>
            <a:ln w="38100" cap="flat" cmpd="sng">
              <a:solidFill>
                <a:srgbClr val="A4C7A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31" name="Google Shape;3404;p13">
              <a:extLst>
                <a:ext uri="{FF2B5EF4-FFF2-40B4-BE49-F238E27FC236}">
                  <a16:creationId xmlns:a16="http://schemas.microsoft.com/office/drawing/2014/main" id="{1D795FCF-BC19-2293-4391-D51A10875070}"/>
                </a:ext>
              </a:extLst>
            </p:cNvPr>
            <p:cNvSpPr/>
            <p:nvPr/>
          </p:nvSpPr>
          <p:spPr>
            <a:xfrm rot="10800000">
              <a:off x="16234700" y="29476751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00000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32" name="Google Shape;3405;p13">
              <a:extLst>
                <a:ext uri="{FF2B5EF4-FFF2-40B4-BE49-F238E27FC236}">
                  <a16:creationId xmlns:a16="http://schemas.microsoft.com/office/drawing/2014/main" id="{38DB398B-1430-92BA-5297-711098268B74}"/>
                </a:ext>
              </a:extLst>
            </p:cNvPr>
            <p:cNvSpPr/>
            <p:nvPr/>
          </p:nvSpPr>
          <p:spPr>
            <a:xfrm rot="10800000">
              <a:off x="16234712" y="29661443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A4C7A1"/>
            </a:solidFill>
            <a:ln w="38100" cap="flat" cmpd="sng">
              <a:solidFill>
                <a:srgbClr val="A4C7A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33" name="Google Shape;3406;p13">
              <a:extLst>
                <a:ext uri="{FF2B5EF4-FFF2-40B4-BE49-F238E27FC236}">
                  <a16:creationId xmlns:a16="http://schemas.microsoft.com/office/drawing/2014/main" id="{D69D2ED3-8B21-959A-FDD9-CEF05AD08BA1}"/>
                </a:ext>
              </a:extLst>
            </p:cNvPr>
            <p:cNvSpPr/>
            <p:nvPr/>
          </p:nvSpPr>
          <p:spPr>
            <a:xfrm rot="10800000">
              <a:off x="15500154" y="29476743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A4C7A1"/>
            </a:solidFill>
            <a:ln w="38100" cap="flat" cmpd="sng">
              <a:solidFill>
                <a:srgbClr val="A4C7A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34" name="Google Shape;3407;p13">
              <a:extLst>
                <a:ext uri="{FF2B5EF4-FFF2-40B4-BE49-F238E27FC236}">
                  <a16:creationId xmlns:a16="http://schemas.microsoft.com/office/drawing/2014/main" id="{B3908C4D-A8B9-1695-4678-B5ECFC9BF508}"/>
                </a:ext>
              </a:extLst>
            </p:cNvPr>
            <p:cNvSpPr/>
            <p:nvPr/>
          </p:nvSpPr>
          <p:spPr>
            <a:xfrm rot="10800000">
              <a:off x="15865897" y="29295683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6BAF6B"/>
            </a:solidFill>
            <a:ln w="38100" cap="flat" cmpd="sng">
              <a:solidFill>
                <a:srgbClr val="6BAF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35" name="Google Shape;3408;p13">
              <a:extLst>
                <a:ext uri="{FF2B5EF4-FFF2-40B4-BE49-F238E27FC236}">
                  <a16:creationId xmlns:a16="http://schemas.microsoft.com/office/drawing/2014/main" id="{D130B611-7EBB-8ED6-6C8C-66D23B55AC46}"/>
                </a:ext>
              </a:extLst>
            </p:cNvPr>
            <p:cNvSpPr/>
            <p:nvPr/>
          </p:nvSpPr>
          <p:spPr>
            <a:xfrm rot="10800000">
              <a:off x="15683024" y="29292063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A4C7A1"/>
            </a:solidFill>
            <a:ln w="38100" cap="flat" cmpd="sng">
              <a:solidFill>
                <a:srgbClr val="A4C7A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36" name="Google Shape;3409;p13">
              <a:extLst>
                <a:ext uri="{FF2B5EF4-FFF2-40B4-BE49-F238E27FC236}">
                  <a16:creationId xmlns:a16="http://schemas.microsoft.com/office/drawing/2014/main" id="{22EAF209-5A09-21D8-DA7C-69601AC480CF}"/>
                </a:ext>
              </a:extLst>
            </p:cNvPr>
            <p:cNvSpPr/>
            <p:nvPr/>
          </p:nvSpPr>
          <p:spPr>
            <a:xfrm rot="10800000">
              <a:off x="15865897" y="29112803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4BA1D3"/>
            </a:solidFill>
            <a:ln w="38100" cap="flat" cmpd="sng">
              <a:solidFill>
                <a:srgbClr val="4BA1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37" name="Google Shape;3410;p13">
              <a:extLst>
                <a:ext uri="{FF2B5EF4-FFF2-40B4-BE49-F238E27FC236}">
                  <a16:creationId xmlns:a16="http://schemas.microsoft.com/office/drawing/2014/main" id="{0001F1C4-C76B-198C-5111-3A7E8183EC41}"/>
                </a:ext>
              </a:extLst>
            </p:cNvPr>
            <p:cNvSpPr/>
            <p:nvPr/>
          </p:nvSpPr>
          <p:spPr>
            <a:xfrm rot="10800000">
              <a:off x="16596542" y="29840465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4BA1D3"/>
            </a:solidFill>
            <a:ln w="38100" cap="flat" cmpd="sng">
              <a:solidFill>
                <a:srgbClr val="4BA1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38" name="Google Shape;3411;p13">
              <a:extLst>
                <a:ext uri="{FF2B5EF4-FFF2-40B4-BE49-F238E27FC236}">
                  <a16:creationId xmlns:a16="http://schemas.microsoft.com/office/drawing/2014/main" id="{7341AE62-B366-3775-BE1B-743E2529047D}"/>
                </a:ext>
              </a:extLst>
            </p:cNvPr>
            <p:cNvSpPr/>
            <p:nvPr/>
          </p:nvSpPr>
          <p:spPr>
            <a:xfrm rot="10800000">
              <a:off x="16048784" y="29292058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4BA1D3"/>
            </a:solidFill>
            <a:ln w="38100" cap="flat" cmpd="sng">
              <a:solidFill>
                <a:srgbClr val="4BA1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39" name="Google Shape;3412;p13">
              <a:extLst>
                <a:ext uri="{FF2B5EF4-FFF2-40B4-BE49-F238E27FC236}">
                  <a16:creationId xmlns:a16="http://schemas.microsoft.com/office/drawing/2014/main" id="{30D84EF4-1BCD-3357-2CA3-EC3D6A76A9DD}"/>
                </a:ext>
              </a:extLst>
            </p:cNvPr>
            <p:cNvSpPr/>
            <p:nvPr/>
          </p:nvSpPr>
          <p:spPr>
            <a:xfrm rot="10800000">
              <a:off x="16780304" y="30209835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4BA1D3"/>
            </a:solidFill>
            <a:ln w="38100" cap="flat" cmpd="sng">
              <a:solidFill>
                <a:srgbClr val="4BA1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40" name="Google Shape;3413;p13">
              <a:extLst>
                <a:ext uri="{FF2B5EF4-FFF2-40B4-BE49-F238E27FC236}">
                  <a16:creationId xmlns:a16="http://schemas.microsoft.com/office/drawing/2014/main" id="{B7B47A36-CC93-00A9-14BE-0759319C61B4}"/>
                </a:ext>
              </a:extLst>
            </p:cNvPr>
            <p:cNvSpPr/>
            <p:nvPr/>
          </p:nvSpPr>
          <p:spPr>
            <a:xfrm rot="10800000">
              <a:off x="15500149" y="29292063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6BAF6B"/>
            </a:solidFill>
            <a:ln w="38100" cap="flat" cmpd="sng">
              <a:solidFill>
                <a:srgbClr val="6BAF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41" name="Google Shape;3414;p13">
              <a:extLst>
                <a:ext uri="{FF2B5EF4-FFF2-40B4-BE49-F238E27FC236}">
                  <a16:creationId xmlns:a16="http://schemas.microsoft.com/office/drawing/2014/main" id="{9B1F7E5A-DA05-376E-F832-A8A17D13C90A}"/>
                </a:ext>
              </a:extLst>
            </p:cNvPr>
            <p:cNvSpPr/>
            <p:nvPr/>
          </p:nvSpPr>
          <p:spPr>
            <a:xfrm rot="10800000">
              <a:off x="15321750" y="29292063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A4C7A1"/>
            </a:solidFill>
            <a:ln w="38100" cap="flat" cmpd="sng">
              <a:solidFill>
                <a:srgbClr val="A4C7A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42" name="Google Shape;3415;p13">
              <a:extLst>
                <a:ext uri="{FF2B5EF4-FFF2-40B4-BE49-F238E27FC236}">
                  <a16:creationId xmlns:a16="http://schemas.microsoft.com/office/drawing/2014/main" id="{0931EE37-F8CC-DEDF-7911-9F6C183F0C33}"/>
                </a:ext>
              </a:extLst>
            </p:cNvPr>
            <p:cNvSpPr/>
            <p:nvPr/>
          </p:nvSpPr>
          <p:spPr>
            <a:xfrm rot="10800000">
              <a:off x="15683022" y="29112803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4BA1D3"/>
            </a:solidFill>
            <a:ln w="38100" cap="flat" cmpd="sng">
              <a:solidFill>
                <a:srgbClr val="4BA1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43" name="Google Shape;3416;p13">
              <a:extLst>
                <a:ext uri="{FF2B5EF4-FFF2-40B4-BE49-F238E27FC236}">
                  <a16:creationId xmlns:a16="http://schemas.microsoft.com/office/drawing/2014/main" id="{AE473B31-C5FF-ED77-AE86-0014A5B9CB88}"/>
                </a:ext>
              </a:extLst>
            </p:cNvPr>
            <p:cNvSpPr/>
            <p:nvPr/>
          </p:nvSpPr>
          <p:spPr>
            <a:xfrm rot="10800000">
              <a:off x="16238650" y="29846151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A4C7A1"/>
            </a:solidFill>
            <a:ln w="38100" cap="flat" cmpd="sng">
              <a:solidFill>
                <a:srgbClr val="A4C7A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44" name="Google Shape;3417;p13">
              <a:extLst>
                <a:ext uri="{FF2B5EF4-FFF2-40B4-BE49-F238E27FC236}">
                  <a16:creationId xmlns:a16="http://schemas.microsoft.com/office/drawing/2014/main" id="{9879D2FF-64AA-6FCE-83C3-0C6B6B675AF1}"/>
                </a:ext>
              </a:extLst>
            </p:cNvPr>
            <p:cNvSpPr/>
            <p:nvPr/>
          </p:nvSpPr>
          <p:spPr>
            <a:xfrm rot="10800000">
              <a:off x="16048875" y="29476750"/>
              <a:ext cx="284100" cy="95400"/>
            </a:xfrm>
            <a:prstGeom prst="roundRect">
              <a:avLst>
                <a:gd name="adj" fmla="val 16667"/>
              </a:avLst>
            </a:prstGeom>
            <a:solidFill>
              <a:srgbClr val="6BAF6B"/>
            </a:solidFill>
            <a:ln w="38100" cap="flat" cmpd="sng">
              <a:solidFill>
                <a:srgbClr val="6BAF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45" name="Google Shape;3418;p13">
              <a:extLst>
                <a:ext uri="{FF2B5EF4-FFF2-40B4-BE49-F238E27FC236}">
                  <a16:creationId xmlns:a16="http://schemas.microsoft.com/office/drawing/2014/main" id="{06671DEA-263F-5DE5-DB70-45941A53E461}"/>
                </a:ext>
              </a:extLst>
            </p:cNvPr>
            <p:cNvSpPr/>
            <p:nvPr/>
          </p:nvSpPr>
          <p:spPr>
            <a:xfrm rot="10800000">
              <a:off x="16417591" y="30024153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6BAF6B"/>
            </a:solidFill>
            <a:ln w="38100" cap="flat" cmpd="sng">
              <a:solidFill>
                <a:srgbClr val="6BAF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  <p:sp>
          <p:nvSpPr>
            <p:cNvPr id="46" name="Google Shape;3419;p13">
              <a:extLst>
                <a:ext uri="{FF2B5EF4-FFF2-40B4-BE49-F238E27FC236}">
                  <a16:creationId xmlns:a16="http://schemas.microsoft.com/office/drawing/2014/main" id="{C2C16269-988C-3F5E-1E7B-4364143294E4}"/>
                </a:ext>
              </a:extLst>
            </p:cNvPr>
            <p:cNvSpPr/>
            <p:nvPr/>
          </p:nvSpPr>
          <p:spPr>
            <a:xfrm rot="10800000">
              <a:off x="15500149" y="29112788"/>
              <a:ext cx="95400" cy="95400"/>
            </a:xfrm>
            <a:prstGeom prst="roundRect">
              <a:avLst>
                <a:gd name="adj" fmla="val 16667"/>
              </a:avLst>
            </a:prstGeom>
            <a:solidFill>
              <a:srgbClr val="6BAF6B"/>
            </a:solidFill>
            <a:ln w="38100" cap="flat" cmpd="sng">
              <a:solidFill>
                <a:srgbClr val="6BAF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2098073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Rajani, Vivek</dc:creator>
  <cp:lastModifiedBy>Rajani, Vivek</cp:lastModifiedBy>
  <cp:revision>1</cp:revision>
  <dcterms:created xsi:type="dcterms:W3CDTF">2025-10-01T14:32:37Z</dcterms:created>
  <dcterms:modified xsi:type="dcterms:W3CDTF">2025-10-01T14:33:51Z</dcterms:modified>
</cp:coreProperties>
</file>